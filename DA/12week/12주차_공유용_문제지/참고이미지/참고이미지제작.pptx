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36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59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27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35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6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7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90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64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9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01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4CDF5-050D-430A-AB80-8D3A174B78F7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07B54-9DC1-470C-8F4B-56C1A302F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47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523E7B5-41D9-80BB-A250-B8D323E3B16F}"/>
              </a:ext>
            </a:extLst>
          </p:cNvPr>
          <p:cNvGrpSpPr/>
          <p:nvPr/>
        </p:nvGrpSpPr>
        <p:grpSpPr>
          <a:xfrm>
            <a:off x="595116" y="426644"/>
            <a:ext cx="5667768" cy="10270828"/>
            <a:chOff x="595116" y="356305"/>
            <a:chExt cx="5667768" cy="1027082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063D0AA-F19C-BB2A-56F5-2DFB0F3ED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116" y="356305"/>
              <a:ext cx="5667768" cy="37424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75B8EDB-0B05-F7B4-D8B8-E952B7F17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116" y="4276123"/>
              <a:ext cx="5667768" cy="568832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40B1F26-5E13-8847-0EBA-CBF2C4B02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116" y="10293736"/>
              <a:ext cx="5667768" cy="333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306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승윤 강</dc:creator>
  <cp:lastModifiedBy>승윤 강</cp:lastModifiedBy>
  <cp:revision>3</cp:revision>
  <dcterms:created xsi:type="dcterms:W3CDTF">2025-03-06T03:10:30Z</dcterms:created>
  <dcterms:modified xsi:type="dcterms:W3CDTF">2025-03-06T03:13:58Z</dcterms:modified>
</cp:coreProperties>
</file>